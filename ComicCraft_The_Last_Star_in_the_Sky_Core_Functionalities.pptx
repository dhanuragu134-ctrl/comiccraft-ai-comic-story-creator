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59100" y="684530"/>
            <a:ext cx="164211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b="1" sz="2400">
                <a:solidFill>
                  <a:srgbClr val="000000"/>
                </a:solidFill>
                <a:latin typeface="Roboto"/>
              </a:rPr>
              <a:t>ComicCraft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780" y="1187450"/>
            <a:ext cx="25908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8" b="1" sz="1800">
                <a:solidFill>
                  <a:srgbClr val="000000"/>
                </a:solidFill>
                <a:latin typeface="Roboto"/>
              </a:rPr>
              <a:t>The Last Star in the Sky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8310" y="1550670"/>
            <a:ext cx="4123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00">
                <a:solidFill>
                  <a:srgbClr val="555555"/>
                </a:solidFill>
                <a:latin typeface="Roboto"/>
              </a:rPr>
              <a:t>Core Functionalities – Development-Ready Comic Story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780" y="2087880"/>
            <a:ext cx="6604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300">
                <a:solidFill>
                  <a:srgbClr val="000000"/>
                </a:solidFill>
                <a:latin typeface="Roboto"/>
              </a:rP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780" y="2372360"/>
            <a:ext cx="62471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This PDF converts the supplied story into the structured content needed for the ComicCraft core workflow: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780" y="2575560"/>
            <a:ext cx="530606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panel outline </a:t>
            </a:r>
            <a:r>
              <a:rPr spc="-10" sz="10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-9" sz="1050">
                <a:solidFill>
                  <a:srgbClr val="000000"/>
                </a:solidFill>
                <a:latin typeface="Roboto"/>
              </a:rPr>
              <a:t> story narration/dialogue </a:t>
            </a:r>
            <a:r>
              <a:rPr spc="-10" sz="10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-6" sz="1050">
                <a:solidFill>
                  <a:srgbClr val="000000"/>
                </a:solidFill>
                <a:latin typeface="Roboto"/>
              </a:rPr>
              <a:t> image prompts </a:t>
            </a:r>
            <a:r>
              <a:rPr spc="-20" sz="10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-6" sz="1050">
                <a:solidFill>
                  <a:srgbClr val="000000"/>
                </a:solidFill>
                <a:latin typeface="Roboto"/>
              </a:rPr>
              <a:t> comic layout </a:t>
            </a:r>
            <a:r>
              <a:rPr spc="-10" sz="10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16" sz="1050">
                <a:solidFill>
                  <a:srgbClr val="000000"/>
                </a:solidFill>
                <a:latin typeface="Roboto"/>
              </a:rPr>
              <a:t> PDF export.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780" y="2938780"/>
            <a:ext cx="10083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b="1" sz="1300">
                <a:solidFill>
                  <a:srgbClr val="000000"/>
                </a:solidFill>
                <a:latin typeface="Roboto"/>
              </a:rPr>
              <a:t>Source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780" y="3223260"/>
            <a:ext cx="61734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050">
                <a:solidFill>
                  <a:srgbClr val="000000"/>
                </a:solidFill>
                <a:latin typeface="Roboto"/>
              </a:rPr>
              <a:t>The 8-panel story and moral are based on the uploaded document “The Last Star in the Sky – A Short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780" y="3426460"/>
            <a:ext cx="8064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Comic Story.”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780" y="3789679"/>
            <a:ext cx="12649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1300">
                <a:solidFill>
                  <a:srgbClr val="000000"/>
                </a:solidFill>
                <a:latin typeface="Roboto"/>
              </a:rPr>
              <a:t>Comic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780" y="4074160"/>
            <a:ext cx="595630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050">
                <a:solidFill>
                  <a:srgbClr val="000000"/>
                </a:solidFill>
                <a:latin typeface="Roboto"/>
              </a:rPr>
              <a:t>User Story </a:t>
            </a:r>
            <a:r>
              <a:rPr spc="-21" sz="10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5" sz="1050">
                <a:solidFill>
                  <a:srgbClr val="000000"/>
                </a:solidFill>
                <a:latin typeface="Roboto"/>
              </a:rPr>
              <a:t> generate_outline() </a:t>
            </a:r>
            <a:r>
              <a:rPr spc="-21" sz="10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6" sz="1050">
                <a:solidFill>
                  <a:srgbClr val="000000"/>
                </a:solidFill>
                <a:latin typeface="Roboto"/>
              </a:rPr>
              <a:t> generate_story() </a:t>
            </a:r>
            <a:r>
              <a:rPr spc="-11" sz="10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8" sz="1050">
                <a:solidFill>
                  <a:srgbClr val="000000"/>
                </a:solidFill>
                <a:latin typeface="Roboto"/>
              </a:rPr>
              <a:t> generate_image() </a:t>
            </a:r>
            <a:r>
              <a:rPr spc="-21" sz="10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1" sz="1050">
                <a:solidFill>
                  <a:srgbClr val="000000"/>
                </a:solidFill>
                <a:latin typeface="Roboto"/>
              </a:rPr>
              <a:t> build_comic_layout() </a:t>
            </a:r>
            <a:r>
              <a:rPr spc="-11" sz="1050">
                <a:solidFill>
                  <a:srgbClr val="000000"/>
                </a:solidFill>
                <a:latin typeface="Noto Sans Symbol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780" y="4277360"/>
            <a:ext cx="6299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000000"/>
                </a:solidFill>
                <a:latin typeface="Roboto"/>
              </a:rPr>
              <a:t>save_pdf()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780" y="4759960"/>
            <a:ext cx="606933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0" b="1" sz="1050">
                <a:solidFill>
                  <a:srgbClr val="000000"/>
                </a:solidFill>
                <a:latin typeface="Roboto"/>
              </a:rPr>
              <a:t>Moral</a:t>
            </a:r>
            <a:r>
              <a:rPr spc="5" sz="1050">
                <a:solidFill>
                  <a:srgbClr val="000000"/>
                </a:solidFill>
                <a:latin typeface="Roboto"/>
              </a:rPr>
              <a:t>: Kindness, courage, and friendship can make a difference, even when the world feels very large.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66750"/>
            <a:ext cx="36957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b="1" sz="1800">
                <a:solidFill>
                  <a:srgbClr val="000000"/>
                </a:solidFill>
                <a:latin typeface="Roboto"/>
              </a:rPr>
              <a:t>1. Structured Comic Panel Outline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140" y="996950"/>
          <a:ext cx="6336030" cy="25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9750"/>
                <a:gridCol w="1512570"/>
                <a:gridCol w="4283710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28" b="1" sz="850">
                          <a:solidFill>
                            <a:srgbClr val="FFFFFF"/>
                          </a:solidFill>
                          <a:latin typeface="Roboto"/>
                        </a:rPr>
                        <a:t>Panel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1212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20" b="1" sz="850">
                          <a:solidFill>
                            <a:srgbClr val="FFFFFF"/>
                          </a:solidFill>
                          <a:latin typeface="Roboto"/>
                        </a:rPr>
                        <a:t>Title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1212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33" b="1" sz="850">
                          <a:solidFill>
                            <a:srgbClr val="FFFFFF"/>
                          </a:solidFill>
                          <a:latin typeface="Roboto"/>
                        </a:rPr>
                        <a:t>Scene Description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12121">
                        <a:alpha val="100000"/>
                      </a:srgbClr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8" sz="850">
                          <a:solidFill>
                            <a:srgbClr val="000000"/>
                          </a:solidFill>
                          <a:latin typeface="Roboto"/>
                        </a:rPr>
                        <a:t>The Quiet Town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000000"/>
                          </a:solidFill>
                          <a:latin typeface="Roboto"/>
                        </a:rPr>
                        <a:t>Brightvale at night. Mira sits on a rooftop, looking up and counting the stars.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4" sz="850">
                          <a:solidFill>
                            <a:srgbClr val="000000"/>
                          </a:solidFill>
                          <a:latin typeface="Roboto"/>
                        </a:rPr>
                        <a:t>A Strange Light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1" sz="850">
                          <a:solidFill>
                            <a:srgbClr val="000000"/>
                          </a:solidFill>
                          <a:latin typeface="Roboto"/>
                        </a:rPr>
                        <a:t>A single star suddenly becomes unusually bright, and a tiny silver light falls into Mira's ga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5" sz="850">
                          <a:solidFill>
                            <a:srgbClr val="000000"/>
                          </a:solidFill>
                          <a:latin typeface="Roboto"/>
                        </a:rPr>
                        <a:t>The Little Visitor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1" sz="850">
                          <a:solidFill>
                            <a:srgbClr val="000000"/>
                          </a:solidFill>
                          <a:latin typeface="Roboto"/>
                        </a:rPr>
                        <a:t>Mira discovers Nova, a small glowing robot from a distant planet, in the garden.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000000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11" sz="850">
                          <a:solidFill>
                            <a:srgbClr val="000000"/>
                          </a:solidFill>
                          <a:latin typeface="Roboto"/>
                        </a:rPr>
                        <a:t>The Search Begins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2" sz="850">
                          <a:solidFill>
                            <a:srgbClr val="000000"/>
                          </a:solidFill>
                          <a:latin typeface="Roboto"/>
                        </a:rPr>
                        <a:t>Mira and Nova search the garden, old library, and nearby forest before discovering blue 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6" sz="850">
                          <a:solidFill>
                            <a:srgbClr val="000000"/>
                          </a:solidFill>
                          <a:latin typeface="Roboto"/>
                        </a:rPr>
                        <a:t>The Hidden Crystal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2" sz="850">
                          <a:solidFill>
                            <a:srgbClr val="000000"/>
                          </a:solidFill>
                          <a:latin typeface="Roboto"/>
                        </a:rPr>
                        <a:t>Inside the abandoned observatory, an energy crystal is trapped beneath a fallen telescop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000000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1" sz="850">
                          <a:solidFill>
                            <a:srgbClr val="000000"/>
                          </a:solidFill>
                          <a:latin typeface="Roboto"/>
                        </a:rPr>
                        <a:t>A Difficult Goodbye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000000"/>
                          </a:solidFill>
                          <a:latin typeface="Roboto"/>
                        </a:rPr>
                        <a:t>Nova installs the crystal, creating a bright doorway in the sky. Mira is happy but sad to sa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000000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2" sz="850">
                          <a:solidFill>
                            <a:srgbClr val="000000"/>
                          </a:solidFill>
                          <a:latin typeface="Roboto"/>
                        </a:rPr>
                        <a:t>The Promise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2" sz="850">
                          <a:solidFill>
                            <a:srgbClr val="000000"/>
                          </a:solidFill>
                          <a:latin typeface="Roboto"/>
                        </a:rPr>
                        <a:t>Before leaving, Nova gives Mira a tiny glowing star-shaped device as a reminder of their 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000000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9" sz="850">
                          <a:solidFill>
                            <a:srgbClr val="000000"/>
                          </a:solidFill>
                          <a:latin typeface="Roboto"/>
                        </a:rPr>
                        <a:t>A New Star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000000"/>
                          </a:solidFill>
                          <a:latin typeface="Roboto"/>
                        </a:rPr>
                        <a:t>Nova returns home. Mira looks up and sees a new bright star beside the moon.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66750"/>
            <a:ext cx="276859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b="1" sz="1800">
                <a:solidFill>
                  <a:srgbClr val="000000"/>
                </a:solidFill>
                <a:latin typeface="Roboto"/>
              </a:rPr>
              <a:t>Panel 1 – The Quiet Town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140" y="1047750"/>
          <a:ext cx="6336030" cy="1193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890"/>
                <a:gridCol w="5184140"/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2" b="1" sz="900">
                          <a:solidFill>
                            <a:srgbClr val="000000"/>
                          </a:solidFill>
                          <a:latin typeface="Roboto"/>
                        </a:rPr>
                        <a:t>SCENE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-3" sz="900">
                          <a:solidFill>
                            <a:srgbClr val="000000"/>
                          </a:solidFill>
                          <a:latin typeface="Roboto"/>
                        </a:rPr>
                        <a:t>Brightvale at night. Mira sits on a rooftop, looking up and counting the stars.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47" b="1" sz="900">
                          <a:solidFill>
                            <a:srgbClr val="000000"/>
                          </a:solidFill>
                          <a:latin typeface="Roboto"/>
                        </a:rPr>
                        <a:t>NARRATION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In a small town called Brightvale, a curious girl named Mira loved looking at the night sky. Every</a:t>
                      </a:r>
                      <a:br/>
                      <a:r>
                        <a:rPr spc="0" sz="900">
                          <a:solidFill>
                            <a:srgbClr val="000000"/>
                          </a:solidFill>
                          <a:latin typeface="Roboto"/>
                        </a:rPr>
                        <a:t>evening, she sat on the rooftop and counted the stars.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4" b="1" sz="900">
                          <a:solidFill>
                            <a:srgbClr val="000000"/>
                          </a:solidFill>
                          <a:latin typeface="Roboto"/>
                        </a:rPr>
                        <a:t>DIALOGUE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8" sz="900">
                          <a:solidFill>
                            <a:srgbClr val="000000"/>
                          </a:solidFill>
                          <a:latin typeface="Roboto"/>
                        </a:rPr>
                        <a:t>Mira: “One, two, three… I wonder what is beyond those stars.”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2780" y="2583180"/>
            <a:ext cx="24396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300">
                <a:solidFill>
                  <a:srgbClr val="000000"/>
                </a:solidFill>
                <a:latin typeface="Roboto"/>
              </a:rPr>
              <a:t>IMAGE GENERATION PROMPT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140" y="2825750"/>
          <a:ext cx="6336030" cy="55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5588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109220" algn="l">
                        <a:lnSpc>
                          <a:spcPts val="1300"/>
                        </a:lnSpc>
                      </a:pPr>
                      <a:r>
                        <a:rPr spc="-3" sz="900">
                          <a:solidFill>
                            <a:srgbClr val="000000"/>
                          </a:solidFill>
                          <a:latin typeface="Roboto"/>
                        </a:rPr>
                        <a:t>Comic-book illustration of a peaceful small town called Brightvale at night, a curious young girl named Mira sitting on a</a:t>
                      </a:r>
                      <a:br/>
                      <a:r>
                        <a:rPr spc="-5" sz="900">
                          <a:solidFill>
                            <a:srgbClr val="000000"/>
                          </a:solidFill>
                          <a:latin typeface="Roboto"/>
                        </a:rPr>
                        <a:t>rooftop and looking at a sky full of stars, warm moonlight, colorful family-friendly graphic novel style.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777777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777777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777777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777777">
                          <a:alpha val="100000"/>
                        </a:srgbClr>
                      </a:solidFill>
                    </a:lnB>
                    <a:solidFill>
                      <a:srgbClr val="f6f6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140" y="3562350"/>
          <a:ext cx="6336030" cy="13550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647700">
                <a:tc>
                  <a:txBody>
                    <a:bodyPr/>
                    <a:lstStyle/>
                    <a:p>
                      <a:pPr>
                        <a:lnSpc>
                          <a:spcPts val="1939"/>
                        </a:lnSpc>
                      </a:pPr>
                    </a:p>
                    <a:p>
                      <a:pPr marL="69850" algn="l">
                        <a:lnSpc>
                          <a:spcPts val="1300"/>
                        </a:lnSpc>
                      </a:pPr>
                      <a:r>
                        <a:rPr spc="49" b="1" sz="1300">
                          <a:solidFill>
                            <a:srgbClr val="000000"/>
                          </a:solidFill>
                          <a:latin typeface="Roboto"/>
                        </a:rPr>
                        <a:t>COMIC IMAGE OUTPUT – PANEL 1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aaaaa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07389">
                <a:tc>
                  <a:txBody>
                    <a:bodyPr/>
                    <a:lstStyle/>
                    <a:p>
                      <a:pPr>
                        <a:lnSpc>
                          <a:spcPts val="2350"/>
                        </a:lnSpc>
                      </a:pPr>
                    </a:p>
                    <a:p>
                      <a:pPr marL="69850" algn="l">
                        <a:lnSpc>
                          <a:spcPts val="91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generate_image(image_prompt) </a:t>
                      </a:r>
                      <a:r>
                        <a:rPr spc="-10" sz="900">
                          <a:solidFill>
                            <a:srgbClr val="000000"/>
                          </a:solidFill>
                          <a:latin typeface="Noto Sans Symbols"/>
                        </a:rPr>
                        <a:t>→</a:t>
                      </a:r>
                      <a:r>
                        <a:rPr spc="-9" sz="900">
                          <a:solidFill>
                            <a:srgbClr val="000000"/>
                          </a:solidFill>
                          <a:latin typeface="Roboto"/>
                        </a:rPr>
                        <a:t> static/panels/panel_01.png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aaaaa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66750"/>
            <a:ext cx="275589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800">
                <a:solidFill>
                  <a:srgbClr val="000000"/>
                </a:solidFill>
                <a:latin typeface="Roboto"/>
              </a:rPr>
              <a:t>Panel 2 – A Strange Light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140" y="1047750"/>
          <a:ext cx="6336030" cy="1193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890"/>
                <a:gridCol w="5184140"/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2" b="1" sz="900">
                          <a:solidFill>
                            <a:srgbClr val="000000"/>
                          </a:solidFill>
                          <a:latin typeface="Roboto"/>
                        </a:rPr>
                        <a:t>SCENE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A single star suddenly becomes unusually bright, and a tiny silver light falls into Mira's garden.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47" b="1" sz="900">
                          <a:solidFill>
                            <a:srgbClr val="000000"/>
                          </a:solidFill>
                          <a:latin typeface="Roboto"/>
                        </a:rPr>
                        <a:t>NARRATION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One night, Mira noticed that one star was glowing brighter than all the others. Suddenly, a tiny</a:t>
                      </a:r>
                      <a:br/>
                      <a:r>
                        <a:rPr spc="0" sz="900">
                          <a:solidFill>
                            <a:srgbClr val="000000"/>
                          </a:solidFill>
                          <a:latin typeface="Roboto"/>
                        </a:rPr>
                        <a:t>silver light fell from the sky and landed in her garden.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4" b="1" sz="900">
                          <a:solidFill>
                            <a:srgbClr val="000000"/>
                          </a:solidFill>
                          <a:latin typeface="Roboto"/>
                        </a:rPr>
                        <a:t>DIALOGUE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Mira: “What was that? Something just fell into the garden!”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2780" y="2583180"/>
            <a:ext cx="24396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300">
                <a:solidFill>
                  <a:srgbClr val="000000"/>
                </a:solidFill>
                <a:latin typeface="Roboto"/>
              </a:rPr>
              <a:t>IMAGE GENERATION PROMPT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140" y="2825750"/>
          <a:ext cx="6336030" cy="55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5588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109220" algn="l">
                        <a:lnSpc>
                          <a:spcPts val="1300"/>
                        </a:lnSpc>
                      </a:pPr>
                      <a:r>
                        <a:rPr spc="-3" sz="900">
                          <a:solidFill>
                            <a:srgbClr val="000000"/>
                          </a:solidFill>
                          <a:latin typeface="Roboto"/>
                        </a:rPr>
                        <a:t>Comic-book scene of Mira watching a brilliant star become brighter, followed by a tiny silver glowing object falling gently</a:t>
                      </a:r>
                      <a:br/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into her garden, dramatic but child-friendly night lighting, graphic novel style.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777777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777777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777777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777777">
                          <a:alpha val="100000"/>
                        </a:srgbClr>
                      </a:solidFill>
                    </a:lnB>
                    <a:solidFill>
                      <a:srgbClr val="f6f6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140" y="3562350"/>
          <a:ext cx="6336030" cy="13550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647700">
                <a:tc>
                  <a:txBody>
                    <a:bodyPr/>
                    <a:lstStyle/>
                    <a:p>
                      <a:pPr>
                        <a:lnSpc>
                          <a:spcPts val="1939"/>
                        </a:lnSpc>
                      </a:pPr>
                    </a:p>
                    <a:p>
                      <a:pPr marL="69850" algn="l">
                        <a:lnSpc>
                          <a:spcPts val="1300"/>
                        </a:lnSpc>
                      </a:pPr>
                      <a:r>
                        <a:rPr spc="49" b="1" sz="1300">
                          <a:solidFill>
                            <a:srgbClr val="000000"/>
                          </a:solidFill>
                          <a:latin typeface="Roboto"/>
                        </a:rPr>
                        <a:t>COMIC IMAGE OUTPUT – PANEL 2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aaaaa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07389">
                <a:tc>
                  <a:txBody>
                    <a:bodyPr/>
                    <a:lstStyle/>
                    <a:p>
                      <a:pPr>
                        <a:lnSpc>
                          <a:spcPts val="2350"/>
                        </a:lnSpc>
                      </a:pPr>
                    </a:p>
                    <a:p>
                      <a:pPr marL="69850" algn="l">
                        <a:lnSpc>
                          <a:spcPts val="91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generate_image(image_prompt) </a:t>
                      </a:r>
                      <a:r>
                        <a:rPr spc="-10" sz="900">
                          <a:solidFill>
                            <a:srgbClr val="000000"/>
                          </a:solidFill>
                          <a:latin typeface="Noto Sans Symbols"/>
                        </a:rPr>
                        <a:t>→</a:t>
                      </a:r>
                      <a:r>
                        <a:rPr spc="-9" sz="900">
                          <a:solidFill>
                            <a:srgbClr val="000000"/>
                          </a:solidFill>
                          <a:latin typeface="Roboto"/>
                        </a:rPr>
                        <a:t> static/panels/panel_02.png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aaaaa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66750"/>
            <a:ext cx="284479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800">
                <a:solidFill>
                  <a:srgbClr val="000000"/>
                </a:solidFill>
                <a:latin typeface="Roboto"/>
              </a:rPr>
              <a:t>Panel 3 – The Little Visitor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140" y="1047750"/>
          <a:ext cx="6336030" cy="1358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890"/>
                <a:gridCol w="5184140"/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2" b="1" sz="900">
                          <a:solidFill>
                            <a:srgbClr val="000000"/>
                          </a:solidFill>
                          <a:latin typeface="Roboto"/>
                        </a:rPr>
                        <a:t>SCENE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-2" sz="900">
                          <a:solidFill>
                            <a:srgbClr val="000000"/>
                          </a:solidFill>
                          <a:latin typeface="Roboto"/>
                        </a:rPr>
                        <a:t>Mira discovers Nova, a small glowing robot from a distant planet, in the garden.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47" b="1" sz="900">
                          <a:solidFill>
                            <a:srgbClr val="000000"/>
                          </a:solidFill>
                          <a:latin typeface="Roboto"/>
                        </a:rPr>
                        <a:t>NARRATION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-2" sz="900">
                          <a:solidFill>
                            <a:srgbClr val="000000"/>
                          </a:solidFill>
                          <a:latin typeface="Roboto"/>
                        </a:rPr>
                        <a:t>Mira discovered a small glowing robot named Nova. Nova explained that it had travelled from a</a:t>
                      </a:r>
                      <a:br/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distant planet and had lost the energy crystal that powered its journey home.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4" b="1" sz="900">
                          <a:solidFill>
                            <a:srgbClr val="000000"/>
                          </a:solidFill>
                          <a:latin typeface="Roboto"/>
                        </a:rPr>
                        <a:t>DIALOGUE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0" sz="900">
                          <a:solidFill>
                            <a:srgbClr val="000000"/>
                          </a:solidFill>
                          <a:latin typeface="Roboto"/>
                        </a:rPr>
                        <a:t>Nova: “My energy crystal is missing. Without it, I cannot return home.”</a:t>
                      </a:r>
                      <a:br/>
                      <a:r>
                        <a:rPr spc="2" sz="900">
                          <a:solidFill>
                            <a:srgbClr val="000000"/>
                          </a:solidFill>
                          <a:latin typeface="Roboto"/>
                        </a:rPr>
                        <a:t>Mira: “Don’t worry, Nova. I’ll help you find it.”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2780" y="2748280"/>
            <a:ext cx="24396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300">
                <a:solidFill>
                  <a:srgbClr val="000000"/>
                </a:solidFill>
                <a:latin typeface="Roboto"/>
              </a:rPr>
              <a:t>IMAGE GENERATION PROMPT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140" y="2990850"/>
          <a:ext cx="6336030" cy="55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5588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109220" algn="l">
                        <a:lnSpc>
                          <a:spcPts val="1300"/>
                        </a:lnSpc>
                      </a:pPr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Friendly small glowing robot named Nova meeting Mira in a garden at night, soft silver and blue glow, surprised but kind</a:t>
                      </a:r>
                      <a:br/>
                      <a:r>
                        <a:rPr spc="-4" sz="900">
                          <a:solidFill>
                            <a:srgbClr val="000000"/>
                          </a:solidFill>
                          <a:latin typeface="Roboto"/>
                        </a:rPr>
                        <a:t>expressions, magical science-fiction comic style, family-friendly.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777777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777777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777777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777777">
                          <a:alpha val="100000"/>
                        </a:srgbClr>
                      </a:solidFill>
                    </a:lnB>
                    <a:solidFill>
                      <a:srgbClr val="f6f6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140" y="3727450"/>
          <a:ext cx="6336030" cy="13550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647700">
                <a:tc>
                  <a:txBody>
                    <a:bodyPr/>
                    <a:lstStyle/>
                    <a:p>
                      <a:pPr>
                        <a:lnSpc>
                          <a:spcPts val="1939"/>
                        </a:lnSpc>
                      </a:pPr>
                    </a:p>
                    <a:p>
                      <a:pPr marL="69850" algn="l">
                        <a:lnSpc>
                          <a:spcPts val="1300"/>
                        </a:lnSpc>
                      </a:pPr>
                      <a:r>
                        <a:rPr spc="49" b="1" sz="1300">
                          <a:solidFill>
                            <a:srgbClr val="000000"/>
                          </a:solidFill>
                          <a:latin typeface="Roboto"/>
                        </a:rPr>
                        <a:t>COMIC IMAGE OUTPUT – PANEL 3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aaaaa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07389">
                <a:tc>
                  <a:txBody>
                    <a:bodyPr/>
                    <a:lstStyle/>
                    <a:p>
                      <a:pPr>
                        <a:lnSpc>
                          <a:spcPts val="2350"/>
                        </a:lnSpc>
                      </a:pPr>
                    </a:p>
                    <a:p>
                      <a:pPr marL="69850" algn="l">
                        <a:lnSpc>
                          <a:spcPts val="91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generate_image(image_prompt) </a:t>
                      </a:r>
                      <a:r>
                        <a:rPr spc="-10" sz="900">
                          <a:solidFill>
                            <a:srgbClr val="000000"/>
                          </a:solidFill>
                          <a:latin typeface="Noto Sans Symbols"/>
                        </a:rPr>
                        <a:t>→</a:t>
                      </a:r>
                      <a:r>
                        <a:rPr spc="-9" sz="900">
                          <a:solidFill>
                            <a:srgbClr val="000000"/>
                          </a:solidFill>
                          <a:latin typeface="Roboto"/>
                        </a:rPr>
                        <a:t> static/panels/panel_03.png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aaaaa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66750"/>
            <a:ext cx="311277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b="1" sz="1800">
                <a:solidFill>
                  <a:srgbClr val="000000"/>
                </a:solidFill>
                <a:latin typeface="Roboto"/>
              </a:rPr>
              <a:t>Panel 4 – The Search Begins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140" y="1047750"/>
          <a:ext cx="633603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890"/>
                <a:gridCol w="518414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2" b="1" sz="900">
                          <a:solidFill>
                            <a:srgbClr val="000000"/>
                          </a:solidFill>
                          <a:latin typeface="Roboto"/>
                        </a:rPr>
                        <a:t>SCENE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2" sz="900">
                          <a:solidFill>
                            <a:srgbClr val="000000"/>
                          </a:solidFill>
                          <a:latin typeface="Roboto"/>
                        </a:rPr>
                        <a:t>Mira and Nova search the garden, old library, and nearby forest before discovering blue sparks</a:t>
                      </a:r>
                      <a:br/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leading to an abandoned observatory.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47" b="1" sz="900">
                          <a:solidFill>
                            <a:srgbClr val="000000"/>
                          </a:solidFill>
                          <a:latin typeface="Roboto"/>
                        </a:rPr>
                        <a:t>NARRATION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Mira and Nova searched the garden, the old library, and the nearby forest. At last, they found a trail </a:t>
                      </a:r>
                      <a:r>
                        <a:rPr spc="-2" sz="900">
                          <a:solidFill>
                            <a:srgbClr val="000000"/>
                          </a:solidFill>
                          <a:latin typeface="Roboto"/>
                        </a:rPr>
                        <a:t>of blue sparks leading toward an abandoned hilltop observatory.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4" b="1" sz="900">
                          <a:solidFill>
                            <a:srgbClr val="000000"/>
                          </a:solidFill>
                          <a:latin typeface="Roboto"/>
                        </a:rPr>
                        <a:t>DIALOGUE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2" sz="900">
                          <a:solidFill>
                            <a:srgbClr val="000000"/>
                          </a:solidFill>
                          <a:latin typeface="Roboto"/>
                        </a:rPr>
                        <a:t>Mira: “Look! Blue sparks!”</a:t>
                      </a:r>
                      <a:br/>
                      <a:r>
                        <a:rPr spc="3" sz="900">
                          <a:solidFill>
                            <a:srgbClr val="000000"/>
                          </a:solidFill>
                          <a:latin typeface="Roboto"/>
                        </a:rPr>
                        <a:t>Nova: “They may lead us to the crystal.”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2780" y="2913380"/>
            <a:ext cx="24396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300">
                <a:solidFill>
                  <a:srgbClr val="000000"/>
                </a:solidFill>
                <a:latin typeface="Roboto"/>
              </a:rPr>
              <a:t>IMAGE GENERATION PROMPT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140" y="3155950"/>
          <a:ext cx="6336030" cy="55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5588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109220" algn="l">
                        <a:lnSpc>
                          <a:spcPts val="1300"/>
                        </a:lnSpc>
                      </a:pPr>
                      <a:r>
                        <a:rPr spc="-4" sz="900">
                          <a:solidFill>
                            <a:srgbClr val="000000"/>
                          </a:solidFill>
                          <a:latin typeface="Roboto"/>
                        </a:rPr>
                        <a:t>Comic adventure scene with Mira and a small glowing robot following a trail of blue sparks through a forest toward an</a:t>
                      </a:r>
                      <a:br/>
                      <a:r>
                        <a:rPr spc="-3" sz="900">
                          <a:solidFill>
                            <a:srgbClr val="000000"/>
                          </a:solidFill>
                          <a:latin typeface="Roboto"/>
                        </a:rPr>
                        <a:t>abandoned hilltop observatory, moonlit trees, mysterious but friendly atmosphere.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777777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777777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777777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777777">
                          <a:alpha val="100000"/>
                        </a:srgbClr>
                      </a:solidFill>
                    </a:lnB>
                    <a:solidFill>
                      <a:srgbClr val="f6f6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140" y="3892550"/>
          <a:ext cx="6336030" cy="13550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647700">
                <a:tc>
                  <a:txBody>
                    <a:bodyPr/>
                    <a:lstStyle/>
                    <a:p>
                      <a:pPr>
                        <a:lnSpc>
                          <a:spcPts val="1939"/>
                        </a:lnSpc>
                      </a:pPr>
                    </a:p>
                    <a:p>
                      <a:pPr marL="69850" algn="l">
                        <a:lnSpc>
                          <a:spcPts val="1300"/>
                        </a:lnSpc>
                      </a:pPr>
                      <a:r>
                        <a:rPr spc="49" b="1" sz="1300">
                          <a:solidFill>
                            <a:srgbClr val="000000"/>
                          </a:solidFill>
                          <a:latin typeface="Roboto"/>
                        </a:rPr>
                        <a:t>COMIC IMAGE OUTPUT – PANEL 4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aaaaa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07389">
                <a:tc>
                  <a:txBody>
                    <a:bodyPr/>
                    <a:lstStyle/>
                    <a:p>
                      <a:pPr>
                        <a:lnSpc>
                          <a:spcPts val="2350"/>
                        </a:lnSpc>
                      </a:pPr>
                    </a:p>
                    <a:p>
                      <a:pPr marL="69850" algn="l">
                        <a:lnSpc>
                          <a:spcPts val="91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generate_image(image_prompt) </a:t>
                      </a:r>
                      <a:r>
                        <a:rPr spc="-10" sz="900">
                          <a:solidFill>
                            <a:srgbClr val="000000"/>
                          </a:solidFill>
                          <a:latin typeface="Noto Sans Symbols"/>
                        </a:rPr>
                        <a:t>→</a:t>
                      </a:r>
                      <a:r>
                        <a:rPr spc="-9" sz="900">
                          <a:solidFill>
                            <a:srgbClr val="000000"/>
                          </a:solidFill>
                          <a:latin typeface="Roboto"/>
                        </a:rPr>
                        <a:t> static/panels/panel_04.png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aaaaa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66750"/>
            <a:ext cx="313689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3" b="1" sz="1800">
                <a:solidFill>
                  <a:srgbClr val="000000"/>
                </a:solidFill>
                <a:latin typeface="Roboto"/>
              </a:rPr>
              <a:t>Panel 5 – The Hidden Crystal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140" y="1047750"/>
          <a:ext cx="6336030" cy="1358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890"/>
                <a:gridCol w="5184140"/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2" b="1" sz="900">
                          <a:solidFill>
                            <a:srgbClr val="000000"/>
                          </a:solidFill>
                          <a:latin typeface="Roboto"/>
                        </a:rPr>
                        <a:t>SCENE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2" sz="900">
                          <a:solidFill>
                            <a:srgbClr val="000000"/>
                          </a:solidFill>
                          <a:latin typeface="Roboto"/>
                        </a:rPr>
                        <a:t>Inside the abandoned observatory, an energy crystal is trapped beneath a fallen telescope.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47" b="1" sz="900">
                          <a:solidFill>
                            <a:srgbClr val="000000"/>
                          </a:solidFill>
                          <a:latin typeface="Roboto"/>
                        </a:rPr>
                        <a:t>NARRATION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2" sz="900">
                          <a:solidFill>
                            <a:srgbClr val="000000"/>
                          </a:solidFill>
                          <a:latin typeface="Roboto"/>
                        </a:rPr>
                        <a:t>Inside the observatory, Mira found the energy crystal trapped beneath a fallen telescope. She</a:t>
                      </a:r>
                      <a:br/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carefully moved the telescope aside and retrieved the crystal.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4" b="1" sz="900">
                          <a:solidFill>
                            <a:srgbClr val="000000"/>
                          </a:solidFill>
                          <a:latin typeface="Roboto"/>
                        </a:rPr>
                        <a:t>DIALOGUE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4" sz="900">
                          <a:solidFill>
                            <a:srgbClr val="000000"/>
                          </a:solidFill>
                          <a:latin typeface="Roboto"/>
                        </a:rPr>
                        <a:t>Mira: “I found it! Hold on, Nova—I can move this.”</a:t>
                      </a:r>
                      <a:br/>
                      <a:r>
                        <a:rPr spc="3" sz="900">
                          <a:solidFill>
                            <a:srgbClr val="000000"/>
                          </a:solidFill>
                          <a:latin typeface="Roboto"/>
                        </a:rPr>
                        <a:t>Nova: “You did it!”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2780" y="2748280"/>
            <a:ext cx="24396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300">
                <a:solidFill>
                  <a:srgbClr val="000000"/>
                </a:solidFill>
                <a:latin typeface="Roboto"/>
              </a:rPr>
              <a:t>IMAGE GENERATION PROMPT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140" y="2990850"/>
          <a:ext cx="6336030" cy="55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5588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109220" algn="l">
                        <a:lnSpc>
                          <a:spcPts val="1300"/>
                        </a:lnSpc>
                      </a:pPr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Interior of an old abandoned hilltop observatory, Mira carefully moving a fallen telescope to reveal a glowing energy</a:t>
                      </a:r>
                      <a:br/>
                      <a:r>
                        <a:rPr spc="-2" sz="900">
                          <a:solidFill>
                            <a:srgbClr val="000000"/>
                          </a:solidFill>
                          <a:latin typeface="Roboto"/>
                        </a:rPr>
                        <a:t>crystal underneath, Nova shining nearby, cinematic comic illustration.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777777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777777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777777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777777">
                          <a:alpha val="100000"/>
                        </a:srgbClr>
                      </a:solidFill>
                    </a:lnB>
                    <a:solidFill>
                      <a:srgbClr val="f6f6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140" y="3727450"/>
          <a:ext cx="6336030" cy="13550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647700">
                <a:tc>
                  <a:txBody>
                    <a:bodyPr/>
                    <a:lstStyle/>
                    <a:p>
                      <a:pPr>
                        <a:lnSpc>
                          <a:spcPts val="1939"/>
                        </a:lnSpc>
                      </a:pPr>
                    </a:p>
                    <a:p>
                      <a:pPr marL="69850" algn="l">
                        <a:lnSpc>
                          <a:spcPts val="1300"/>
                        </a:lnSpc>
                      </a:pPr>
                      <a:r>
                        <a:rPr spc="49" b="1" sz="1300">
                          <a:solidFill>
                            <a:srgbClr val="000000"/>
                          </a:solidFill>
                          <a:latin typeface="Roboto"/>
                        </a:rPr>
                        <a:t>COMIC IMAGE OUTPUT – PANEL 5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aaaaa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07389">
                <a:tc>
                  <a:txBody>
                    <a:bodyPr/>
                    <a:lstStyle/>
                    <a:p>
                      <a:pPr>
                        <a:lnSpc>
                          <a:spcPts val="2350"/>
                        </a:lnSpc>
                      </a:pPr>
                    </a:p>
                    <a:p>
                      <a:pPr marL="69850" algn="l">
                        <a:lnSpc>
                          <a:spcPts val="91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generate_image(image_prompt) </a:t>
                      </a:r>
                      <a:r>
                        <a:rPr spc="-10" sz="900">
                          <a:solidFill>
                            <a:srgbClr val="000000"/>
                          </a:solidFill>
                          <a:latin typeface="Noto Sans Symbols"/>
                        </a:rPr>
                        <a:t>→</a:t>
                      </a:r>
                      <a:r>
                        <a:rPr spc="-9" sz="900">
                          <a:solidFill>
                            <a:srgbClr val="000000"/>
                          </a:solidFill>
                          <a:latin typeface="Roboto"/>
                        </a:rPr>
                        <a:t> static/panels/panel_05.png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aaaaa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66750"/>
            <a:ext cx="318769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800">
                <a:solidFill>
                  <a:srgbClr val="000000"/>
                </a:solidFill>
                <a:latin typeface="Roboto"/>
              </a:rPr>
              <a:t>Panel 6 – A Difficult Goodbye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140" y="1047750"/>
          <a:ext cx="633603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890"/>
                <a:gridCol w="518414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2" b="1" sz="900">
                          <a:solidFill>
                            <a:srgbClr val="000000"/>
                          </a:solidFill>
                          <a:latin typeface="Roboto"/>
                        </a:rPr>
                        <a:t>SCENE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0" sz="900">
                          <a:solidFill>
                            <a:srgbClr val="000000"/>
                          </a:solidFill>
                          <a:latin typeface="Roboto"/>
                        </a:rPr>
                        <a:t>Nova installs the crystal, creating a bright doorway in the sky. Mira is happy but sad to say</a:t>
                      </a:r>
                      <a:br/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goodbye.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47" b="1" sz="900">
                          <a:solidFill>
                            <a:srgbClr val="000000"/>
                          </a:solidFill>
                          <a:latin typeface="Roboto"/>
                        </a:rPr>
                        <a:t>NARRATION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Nova placed the crystal into its power system. A bright doorway appeared in the sky. Mira was</a:t>
                      </a:r>
                      <a:br/>
                      <a:r>
                        <a:rPr spc="2" sz="900">
                          <a:solidFill>
                            <a:srgbClr val="000000"/>
                          </a:solidFill>
                          <a:latin typeface="Roboto"/>
                        </a:rPr>
                        <a:t>happy that Nova could return home, but she was also sad to say goodbye.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4" b="1" sz="900">
                          <a:solidFill>
                            <a:srgbClr val="000000"/>
                          </a:solidFill>
                          <a:latin typeface="Roboto"/>
                        </a:rPr>
                        <a:t>DIALOGUE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2" sz="900">
                          <a:solidFill>
                            <a:srgbClr val="000000"/>
                          </a:solidFill>
                          <a:latin typeface="Roboto"/>
                        </a:rPr>
                        <a:t>Nova: “The doorway is open. I can finally go home.”</a:t>
                      </a:r>
                      <a:br/>
                      <a:r>
                        <a:rPr spc="6" sz="900">
                          <a:solidFill>
                            <a:srgbClr val="000000"/>
                          </a:solidFill>
                          <a:latin typeface="Roboto"/>
                        </a:rPr>
                        <a:t>Mira: “I’m glad you can go home… but I’ll miss you.”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2780" y="2913380"/>
            <a:ext cx="24396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300">
                <a:solidFill>
                  <a:srgbClr val="000000"/>
                </a:solidFill>
                <a:latin typeface="Roboto"/>
              </a:rPr>
              <a:t>IMAGE GENERATION PROMPT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140" y="3155950"/>
          <a:ext cx="6336030" cy="55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5588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109220" algn="l">
                        <a:lnSpc>
                          <a:spcPts val="1300"/>
                        </a:lnSpc>
                      </a:pPr>
                      <a:r>
                        <a:rPr spc="-4" sz="900">
                          <a:solidFill>
                            <a:srgbClr val="000000"/>
                          </a:solidFill>
                          <a:latin typeface="Roboto"/>
                        </a:rPr>
                        <a:t>Emotional family-friendly comic scene of a small glowing robot activating an energy crystal while a brilliant doorway</a:t>
                      </a:r>
                      <a:br/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opens in the night sky, Mira standing nearby with a bittersweet smile.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777777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777777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777777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777777">
                          <a:alpha val="100000"/>
                        </a:srgbClr>
                      </a:solidFill>
                    </a:lnB>
                    <a:solidFill>
                      <a:srgbClr val="f6f6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140" y="3892550"/>
          <a:ext cx="6336030" cy="13550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647700">
                <a:tc>
                  <a:txBody>
                    <a:bodyPr/>
                    <a:lstStyle/>
                    <a:p>
                      <a:pPr>
                        <a:lnSpc>
                          <a:spcPts val="1939"/>
                        </a:lnSpc>
                      </a:pPr>
                    </a:p>
                    <a:p>
                      <a:pPr marL="69850" algn="l">
                        <a:lnSpc>
                          <a:spcPts val="1300"/>
                        </a:lnSpc>
                      </a:pPr>
                      <a:r>
                        <a:rPr spc="49" b="1" sz="1300">
                          <a:solidFill>
                            <a:srgbClr val="000000"/>
                          </a:solidFill>
                          <a:latin typeface="Roboto"/>
                        </a:rPr>
                        <a:t>COMIC IMAGE OUTPUT – PANEL 6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aaaaa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07389">
                <a:tc>
                  <a:txBody>
                    <a:bodyPr/>
                    <a:lstStyle/>
                    <a:p>
                      <a:pPr>
                        <a:lnSpc>
                          <a:spcPts val="2350"/>
                        </a:lnSpc>
                      </a:pPr>
                    </a:p>
                    <a:p>
                      <a:pPr marL="69850" algn="l">
                        <a:lnSpc>
                          <a:spcPts val="91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generate_image(image_prompt) </a:t>
                      </a:r>
                      <a:r>
                        <a:rPr spc="-10" sz="900">
                          <a:solidFill>
                            <a:srgbClr val="000000"/>
                          </a:solidFill>
                          <a:latin typeface="Noto Sans Symbols"/>
                        </a:rPr>
                        <a:t>→</a:t>
                      </a:r>
                      <a:r>
                        <a:rPr spc="-9" sz="900">
                          <a:solidFill>
                            <a:srgbClr val="000000"/>
                          </a:solidFill>
                          <a:latin typeface="Roboto"/>
                        </a:rPr>
                        <a:t> static/panels/panel_06.png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aaaaa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66750"/>
            <a:ext cx="24257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b="1" sz="1800">
                <a:solidFill>
                  <a:srgbClr val="000000"/>
                </a:solidFill>
                <a:latin typeface="Roboto"/>
              </a:rPr>
              <a:t>Panel 7 – The Promise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140" y="1047750"/>
          <a:ext cx="6336030" cy="1358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890"/>
                <a:gridCol w="5184140"/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2" b="1" sz="900">
                          <a:solidFill>
                            <a:srgbClr val="000000"/>
                          </a:solidFill>
                          <a:latin typeface="Roboto"/>
                        </a:rPr>
                        <a:t>SCENE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Before leaving, Nova gives Mira a tiny glowing star-shaped device as a reminder of their friendship.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47" b="1" sz="900">
                          <a:solidFill>
                            <a:srgbClr val="000000"/>
                          </a:solidFill>
                          <a:latin typeface="Roboto"/>
                        </a:rPr>
                        <a:t>NARRATION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4" sz="900">
                          <a:solidFill>
                            <a:srgbClr val="000000"/>
                          </a:solidFill>
                          <a:latin typeface="Roboto"/>
                        </a:rPr>
                        <a:t>Before leaving, Nova gave Mira a tiny glowing star-shaped device. “Whenever you see this light,”</a:t>
                      </a:r>
                      <a:br/>
                      <a:r>
                        <a:rPr spc="0" sz="900">
                          <a:solidFill>
                            <a:srgbClr val="000000"/>
                          </a:solidFill>
                          <a:latin typeface="Roboto"/>
                        </a:rPr>
                        <a:t>Nova said, “remember that even a small act of kindness can travel across the universe.”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4" b="1" sz="900">
                          <a:solidFill>
                            <a:srgbClr val="000000"/>
                          </a:solidFill>
                          <a:latin typeface="Roboto"/>
                        </a:rPr>
                        <a:t>DIALOGUE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3" sz="900">
                          <a:solidFill>
                            <a:srgbClr val="000000"/>
                          </a:solidFill>
                          <a:latin typeface="Roboto"/>
                        </a:rPr>
                        <a:t>Nova: “Whenever you see this light, remember our friendship.”</a:t>
                      </a:r>
                      <a:br/>
                      <a:r>
                        <a:rPr spc="0" sz="900">
                          <a:solidFill>
                            <a:srgbClr val="000000"/>
                          </a:solidFill>
                          <a:latin typeface="Roboto"/>
                        </a:rPr>
                        <a:t>Mira: “I’ll never forget you.”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2780" y="2748280"/>
            <a:ext cx="24396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300">
                <a:solidFill>
                  <a:srgbClr val="000000"/>
                </a:solidFill>
                <a:latin typeface="Roboto"/>
              </a:rPr>
              <a:t>IMAGE GENERATION PROMPT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140" y="2990850"/>
          <a:ext cx="6336030" cy="55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5588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109220" algn="l">
                        <a:lnSpc>
                          <a:spcPts val="1300"/>
                        </a:lnSpc>
                      </a:pPr>
                      <a:r>
                        <a:rPr spc="-2" sz="900">
                          <a:solidFill>
                            <a:srgbClr val="000000"/>
                          </a:solidFill>
                          <a:latin typeface="Roboto"/>
                        </a:rPr>
                        <a:t>Heartwarming comic panel of a friendly glowing robot giving Mira a tiny star-shaped glowing device before departing,</a:t>
                      </a:r>
                      <a:br/>
                      <a:r>
                        <a:rPr spc="-4" sz="900">
                          <a:solidFill>
                            <a:srgbClr val="000000"/>
                          </a:solidFill>
                          <a:latin typeface="Roboto"/>
                        </a:rPr>
                        <a:t>bright portal in the sky, emotional friendship moment, colorful graphic novel style.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777777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777777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777777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777777">
                          <a:alpha val="100000"/>
                        </a:srgbClr>
                      </a:solidFill>
                    </a:lnB>
                    <a:solidFill>
                      <a:srgbClr val="f6f6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140" y="3727450"/>
          <a:ext cx="6336030" cy="13550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647700">
                <a:tc>
                  <a:txBody>
                    <a:bodyPr/>
                    <a:lstStyle/>
                    <a:p>
                      <a:pPr>
                        <a:lnSpc>
                          <a:spcPts val="1939"/>
                        </a:lnSpc>
                      </a:pPr>
                    </a:p>
                    <a:p>
                      <a:pPr marL="69850" algn="l">
                        <a:lnSpc>
                          <a:spcPts val="1300"/>
                        </a:lnSpc>
                      </a:pPr>
                      <a:r>
                        <a:rPr spc="49" b="1" sz="1300">
                          <a:solidFill>
                            <a:srgbClr val="000000"/>
                          </a:solidFill>
                          <a:latin typeface="Roboto"/>
                        </a:rPr>
                        <a:t>COMIC IMAGE OUTPUT – PANEL 7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aaaaa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07389">
                <a:tc>
                  <a:txBody>
                    <a:bodyPr/>
                    <a:lstStyle/>
                    <a:p>
                      <a:pPr>
                        <a:lnSpc>
                          <a:spcPts val="2350"/>
                        </a:lnSpc>
                      </a:pPr>
                    </a:p>
                    <a:p>
                      <a:pPr marL="69850" algn="l">
                        <a:lnSpc>
                          <a:spcPts val="91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generate_image(image_prompt) </a:t>
                      </a:r>
                      <a:r>
                        <a:rPr spc="-10" sz="900">
                          <a:solidFill>
                            <a:srgbClr val="000000"/>
                          </a:solidFill>
                          <a:latin typeface="Noto Sans Symbols"/>
                        </a:rPr>
                        <a:t>→</a:t>
                      </a:r>
                      <a:r>
                        <a:rPr spc="-9" sz="900">
                          <a:solidFill>
                            <a:srgbClr val="000000"/>
                          </a:solidFill>
                          <a:latin typeface="Roboto"/>
                        </a:rPr>
                        <a:t> static/panels/panel_07.png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aaaaa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66750"/>
            <a:ext cx="2260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1800">
                <a:solidFill>
                  <a:srgbClr val="000000"/>
                </a:solidFill>
                <a:latin typeface="Roboto"/>
              </a:rPr>
              <a:t>Panel 8 – A New Star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140" y="1047750"/>
          <a:ext cx="6336030" cy="1193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890"/>
                <a:gridCol w="5184140"/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2" b="1" sz="900">
                          <a:solidFill>
                            <a:srgbClr val="000000"/>
                          </a:solidFill>
                          <a:latin typeface="Roboto"/>
                        </a:rPr>
                        <a:t>SCENE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0" sz="900">
                          <a:solidFill>
                            <a:srgbClr val="000000"/>
                          </a:solidFill>
                          <a:latin typeface="Roboto"/>
                        </a:rPr>
                        <a:t>Nova returns home. Mira looks up and sees a new bright star beside the moon.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47" b="1" sz="900">
                          <a:solidFill>
                            <a:srgbClr val="000000"/>
                          </a:solidFill>
                          <a:latin typeface="Roboto"/>
                        </a:rPr>
                        <a:t>NARRATION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85090" algn="l">
                        <a:lnSpc>
                          <a:spcPts val="1300"/>
                        </a:lnSpc>
                      </a:pPr>
                      <a:r>
                        <a:rPr spc="0" sz="900">
                          <a:solidFill>
                            <a:srgbClr val="000000"/>
                          </a:solidFill>
                          <a:latin typeface="Roboto"/>
                        </a:rPr>
                        <a:t>Nova returned to its planet. That night, Mira looked up and saw a new bright star beside the moon.</a:t>
                      </a:r>
                      <a:br/>
                      <a:r>
                        <a:rPr spc="3" sz="900">
                          <a:solidFill>
                            <a:srgbClr val="000000"/>
                          </a:solidFill>
                          <a:latin typeface="Roboto"/>
                        </a:rPr>
                        <a:t>She smiled, knowing that somewhere far away, she had a friend.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64" b="1" sz="900">
                          <a:solidFill>
                            <a:srgbClr val="000000"/>
                          </a:solidFill>
                          <a:latin typeface="Roboto"/>
                        </a:rPr>
                        <a:t>DIALOGUE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solidFill>
                      <a:srgbClr val="eded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3" sz="900">
                          <a:solidFill>
                            <a:srgbClr val="000000"/>
                          </a:solidFill>
                          <a:latin typeface="Roboto"/>
                        </a:rPr>
                        <a:t>Mira: “Goodnight, Nova. I know you’re out there somewhere.”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78787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78787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78787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78787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2780" y="2583180"/>
            <a:ext cx="24396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300">
                <a:solidFill>
                  <a:srgbClr val="000000"/>
                </a:solidFill>
                <a:latin typeface="Roboto"/>
              </a:rPr>
              <a:t>IMAGE GENERATION PROMPT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140" y="2825750"/>
          <a:ext cx="6336030" cy="55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5588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109220" algn="l">
                        <a:lnSpc>
                          <a:spcPts val="1300"/>
                        </a:lnSpc>
                      </a:pPr>
                      <a:r>
                        <a:rPr spc="-2" sz="900">
                          <a:solidFill>
                            <a:srgbClr val="000000"/>
                          </a:solidFill>
                          <a:latin typeface="Roboto"/>
                        </a:rPr>
                        <a:t>Peaceful final comic scene of Mira on a rooftop looking at the moon and a new bright star beside it, gentle night sky,</a:t>
                      </a:r>
                      <a:br/>
                      <a:r>
                        <a:rPr spc="-2" sz="900">
                          <a:solidFill>
                            <a:srgbClr val="000000"/>
                          </a:solidFill>
                          <a:latin typeface="Roboto"/>
                        </a:rPr>
                        <a:t>hopeful smile, warm magical atmosphere, family-friendly graphic novel style.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777777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777777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777777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777777">
                          <a:alpha val="100000"/>
                        </a:srgbClr>
                      </a:solidFill>
                    </a:lnB>
                    <a:solidFill>
                      <a:srgbClr val="f6f6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140" y="3562350"/>
          <a:ext cx="6336030" cy="13550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6030"/>
              </a:tblGrid>
              <a:tr h="647700">
                <a:tc>
                  <a:txBody>
                    <a:bodyPr/>
                    <a:lstStyle/>
                    <a:p>
                      <a:pPr>
                        <a:lnSpc>
                          <a:spcPts val="1939"/>
                        </a:lnSpc>
                      </a:pPr>
                    </a:p>
                    <a:p>
                      <a:pPr marL="69850" algn="l">
                        <a:lnSpc>
                          <a:spcPts val="1300"/>
                        </a:lnSpc>
                      </a:pPr>
                      <a:r>
                        <a:rPr spc="49" b="1" sz="1300">
                          <a:solidFill>
                            <a:srgbClr val="000000"/>
                          </a:solidFill>
                          <a:latin typeface="Roboto"/>
                        </a:rPr>
                        <a:t>COMIC IMAGE OUTPUT – PANEL 8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aaaaa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07389">
                <a:tc>
                  <a:txBody>
                    <a:bodyPr/>
                    <a:lstStyle/>
                    <a:p>
                      <a:pPr>
                        <a:lnSpc>
                          <a:spcPts val="2350"/>
                        </a:lnSpc>
                      </a:pPr>
                    </a:p>
                    <a:p>
                      <a:pPr marL="69850" algn="l">
                        <a:lnSpc>
                          <a:spcPts val="91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generate_image(image_prompt) </a:t>
                      </a:r>
                      <a:r>
                        <a:rPr spc="-10" sz="900">
                          <a:solidFill>
                            <a:srgbClr val="000000"/>
                          </a:solidFill>
                          <a:latin typeface="Noto Sans Symbols"/>
                        </a:rPr>
                        <a:t>→</a:t>
                      </a:r>
                      <a:r>
                        <a:rPr spc="-9" sz="900">
                          <a:solidFill>
                            <a:srgbClr val="000000"/>
                          </a:solidFill>
                          <a:latin typeface="Roboto"/>
                        </a:rPr>
                        <a:t> static/panels/panel_08.png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aaaaa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66750"/>
            <a:ext cx="24638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800">
                <a:solidFill>
                  <a:srgbClr val="000000"/>
                </a:solidFill>
                <a:latin typeface="Roboto"/>
              </a:rPr>
              <a:t>2. Implementation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780" y="1084580"/>
            <a:ext cx="38709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300">
                <a:solidFill>
                  <a:srgbClr val="000000"/>
                </a:solidFill>
                <a:latin typeface="Roboto"/>
              </a:rPr>
              <a:t>gemini_flash.py – generate_outline(user_prompt)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780" y="1369060"/>
            <a:ext cx="52476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Return 8 panel dictionaries containing panel, title, scene_description, and image_prompt.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780" y="1732280"/>
            <a:ext cx="314579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300">
                <a:solidFill>
                  <a:srgbClr val="000000"/>
                </a:solidFill>
                <a:latin typeface="Roboto"/>
              </a:rPr>
              <a:t>gemini_pro.py – generate_story(outline)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780" y="2016760"/>
            <a:ext cx="49580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Expand the outline into comic-style narration and character dialogue for all 8 panels.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780" y="2379980"/>
            <a:ext cx="49580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300">
                <a:solidFill>
                  <a:srgbClr val="000000"/>
                </a:solidFill>
                <a:latin typeface="Roboto"/>
              </a:rPr>
              <a:t>image_generator.py – generate_image(prompt, filename=None)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780" y="2664460"/>
            <a:ext cx="43573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Generate and save one image for each panel prompt under static/panels/.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780" y="3027680"/>
            <a:ext cx="53213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300">
                <a:solidFill>
                  <a:srgbClr val="000000"/>
                </a:solidFill>
                <a:latin typeface="Roboto"/>
              </a:rPr>
              <a:t>comic layout – build_comic_layout(image_paths, full_story, outline)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780" y="3312160"/>
            <a:ext cx="56108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Combine image paths, story text, panel titles, and scene descriptions into the final panel layout.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780" y="3675379"/>
            <a:ext cx="248539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300">
                <a:solidFill>
                  <a:srgbClr val="000000"/>
                </a:solidFill>
                <a:latin typeface="Roboto"/>
              </a:rPr>
              <a:t>exporters.py – save_pdf(layout)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780" y="3959860"/>
            <a:ext cx="58699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050">
                <a:solidFill>
                  <a:srgbClr val="000000"/>
                </a:solidFill>
                <a:latin typeface="Roboto"/>
              </a:rPr>
              <a:t>Place each panel image and story text on a separate PDF page and save the exported comic 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780" y="4163060"/>
            <a:ext cx="85851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1" sz="1050">
                <a:solidFill>
                  <a:srgbClr val="000000"/>
                </a:solidFill>
                <a:latin typeface="Roboto"/>
              </a:rPr>
              <a:t>static/exports/.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780" y="4645660"/>
            <a:ext cx="612902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1050">
                <a:solidFill>
                  <a:srgbClr val="000000"/>
                </a:solidFill>
                <a:latin typeface="Roboto"/>
              </a:rPr>
              <a:t>Expected final result:</a:t>
            </a:r>
            <a:r>
              <a:rPr spc="6" sz="1050">
                <a:solidFill>
                  <a:srgbClr val="000000"/>
                </a:solidFill>
                <a:latin typeface="Roboto"/>
              </a:rPr>
              <a:t> an 8-page AI comic based on “The Last Star in the Sky,” with generated artwork,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780" y="4848860"/>
            <a:ext cx="30822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narration/dialogue, and a downloadable PDF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